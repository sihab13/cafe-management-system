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sldIdLst>
    <p:sldId id="256" r:id="rId2"/>
    <p:sldId id="259" r:id="rId3"/>
    <p:sldId id="257" r:id="rId4"/>
    <p:sldId id="266" r:id="rId5"/>
    <p:sldId id="258" r:id="rId6"/>
    <p:sldId id="260" r:id="rId7"/>
    <p:sldId id="264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C5DB390-A382-4D34-A7A3-7D6268A1B617}">
          <p14:sldIdLst>
            <p14:sldId id="256"/>
            <p14:sldId id="259"/>
            <p14:sldId id="257"/>
            <p14:sldId id="266"/>
            <p14:sldId id="258"/>
            <p14:sldId id="260"/>
            <p14:sldId id="264"/>
            <p14:sldId id="265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955249" y="5001994"/>
            <a:ext cx="5069337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71414" y="5785023"/>
            <a:ext cx="5069337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955249" y="5001994"/>
            <a:ext cx="5069337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71414" y="5785023"/>
            <a:ext cx="5069337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4BD056A-0B0B-4DBB-B92E-341C45FEF56F}" type="datetimeFigureOut">
              <a:rPr lang="en-US" smtClean="0"/>
              <a:pPr/>
              <a:t>3/22/2022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AF5400E-349C-46E0-914B-78139684EF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6D4EE6-7FAB-4FFA-982A-63EBF669D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1343890"/>
          </a:xfrm>
        </p:spPr>
        <p:txBody>
          <a:bodyPr anchor="ctr">
            <a:noAutofit/>
          </a:bodyPr>
          <a:lstStyle/>
          <a:p>
            <a:pPr algn="ctr"/>
            <a:r>
              <a:rPr lang="en-US" sz="5400" b="1" dirty="0" smtClean="0">
                <a:solidFill>
                  <a:schemeClr val="accent6">
                    <a:lumMod val="50000"/>
                  </a:schemeClr>
                </a:solidFill>
                <a:latin typeface="Brush Script MT" pitchFamily="66" charset="0"/>
                <a:ea typeface="Ebrima" pitchFamily="2" charset="0"/>
                <a:cs typeface="Siyam Rupali" pitchFamily="2" charset="0"/>
              </a:rPr>
              <a:t>Café Management System</a:t>
            </a:r>
            <a:endParaRPr lang="en-US" sz="5400" b="1" dirty="0">
              <a:solidFill>
                <a:schemeClr val="accent6">
                  <a:lumMod val="50000"/>
                </a:schemeClr>
              </a:solidFill>
              <a:latin typeface="Brush Script MT" pitchFamily="66" charset="0"/>
              <a:ea typeface="Ebrima" pitchFamily="2" charset="0"/>
              <a:cs typeface="Siyam Rupali" pitchFamily="2" charset="0"/>
            </a:endParaRPr>
          </a:p>
        </p:txBody>
      </p:sp>
      <p:pic>
        <p:nvPicPr>
          <p:cNvPr id="4" name="Picture 3" descr="257981439_3102465529998829_6250414394297544328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890"/>
            <a:ext cx="12192000" cy="551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98355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pPr>
              <a:buNone/>
            </a:pPr>
            <a:r>
              <a:rPr 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US" sz="20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  <a:p>
            <a:pPr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Sihab Mahmud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19202103032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Sourov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Karmokar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(19202103020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Baizid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Nabil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Ariyan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(19202103024)</a:t>
            </a: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Monzurul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Sajal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(19202103007)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pPr>
              <a:buNone/>
            </a:pPr>
            <a:r>
              <a:rPr 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–</a:t>
            </a:r>
          </a:p>
          <a:p>
            <a:pPr>
              <a:buNone/>
            </a:pPr>
            <a:r>
              <a:rPr lang="en-US" sz="2000" dirty="0" err="1">
                <a:latin typeface="Times New Roman" panose="02020603050405020304" pitchFamily="18" charset="0"/>
                <a:ea typeface="Ebrima" pitchFamily="2" charset="0"/>
                <a:cs typeface="Times New Roman" panose="02020603050405020304" pitchFamily="18" charset="0"/>
              </a:rPr>
              <a:t>Nourin</a:t>
            </a:r>
            <a:r>
              <a:rPr lang="en-US" sz="2000" dirty="0">
                <a:latin typeface="Times New Roman" panose="02020603050405020304" pitchFamily="18" charset="0"/>
                <a:ea typeface="Ebrima" pitchFamily="2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Ebrima" pitchFamily="2" charset="0"/>
                <a:cs typeface="Times New Roman" panose="02020603050405020304" pitchFamily="18" charset="0"/>
              </a:rPr>
              <a:t>Khandaker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Ebrima" pitchFamily="2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Ebrima" pitchFamily="2" charset="0"/>
                <a:cs typeface="Times New Roman" panose="02020603050405020304" pitchFamily="18" charset="0"/>
              </a:rPr>
              <a:t>Lecture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Ebrima" pitchFamily="2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Ebrima" pitchFamily="2" charset="0"/>
                <a:cs typeface="Times New Roman" panose="02020603050405020304" pitchFamily="18" charset="0"/>
              </a:rPr>
              <a:t>Department of CSE</a:t>
            </a:r>
          </a:p>
          <a:p>
            <a:pPr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Ebrima" pitchFamily="2" charset="0"/>
                <a:cs typeface="Times New Roman" panose="02020603050405020304" pitchFamily="18" charset="0"/>
              </a:rPr>
              <a:t>Bangladesh University of Business</a:t>
            </a:r>
          </a:p>
          <a:p>
            <a:pPr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Ebrima" pitchFamily="2" charset="0"/>
                <a:cs typeface="Times New Roman" panose="02020603050405020304" pitchFamily="18" charset="0"/>
              </a:rPr>
              <a:t>and Technology (BUBT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ea typeface="Ebrima" pitchFamily="2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62B8A2-6AB3-4154-A108-5CDB50052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Cafe Management System 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project like an online food order system. But it’s not like that.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It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is like as a desktop 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application.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Only organizer people can use this project.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This project isn’t an online based project.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It’s totally free. Customer can also order food with this software.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3F136B-6194-4C4F-8170-0EEE0CCAF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11383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2085139-DA31-4B8B-B442-87559C59F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project fully technology based. Majority people use technology. So, we create this and give our customer this opportunity.</a:t>
            </a:r>
          </a:p>
          <a:p>
            <a:pPr marL="0" marR="0" indent="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First of all our target is to create everything in easily. Customers can order food very easily. Customers can take their receipt easily. </a:t>
            </a:r>
          </a:p>
          <a:p>
            <a:pPr marL="0" marR="0" indent="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Without our manager/admin no one can see customer’s information even not a waiter or chef. As a customer, they can see our product, price and search the product.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2165FB6E-31BC-4BFD-A64C-EDB53D9D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83369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83AF1DB-9021-423E-B8C8-0ACCCA0F8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 anchor="ctr"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Admin</a:t>
            </a:r>
            <a:r>
              <a:rPr lang="bn-BD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bn-BD" sz="2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anager</a:t>
            </a:r>
            <a:r>
              <a:rPr lang="en-GB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Login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Admin</a:t>
            </a:r>
            <a:r>
              <a:rPr lang="bn-BD" sz="2000" dirty="0" smtClean="0">
                <a:latin typeface="Times New Roman" pitchFamily="18" charset="0"/>
                <a:cs typeface="Times New Roman" pitchFamily="18" charset="0"/>
              </a:rPr>
              <a:t>/M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anager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can access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database</a:t>
            </a:r>
            <a:r>
              <a:rPr lang="bn-BD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n-BD" sz="2000" dirty="0" smtClean="0">
                <a:latin typeface="Times New Roman" pitchFamily="18" charset="0"/>
                <a:cs typeface="Times New Roman" pitchFamily="18" charset="0"/>
              </a:rPr>
              <a:t>Admin/Manager can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Add Items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bn-BD" sz="20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Edit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Items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Update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Items</a:t>
            </a:r>
            <a:r>
              <a:rPr lang="bn-BD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bn-BD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Also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Delete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Items</a:t>
            </a:r>
            <a:r>
              <a:rPr lang="bn-BD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endParaRPr lang="bn-BD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GB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Customer </a:t>
            </a:r>
            <a:r>
              <a:rPr lang="en-GB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Customer can see all th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e product and order food and collect their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reciept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12CE94-7B41-40C0-BD6B-1EF83245B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ea typeface="HP Simplified Jpan" pitchFamily="34" charset="-128"/>
                <a:cs typeface="Times New Roman" panose="02020603050405020304" pitchFamily="18" charset="0"/>
              </a:rPr>
              <a:t>Features</a:t>
            </a:r>
            <a:endParaRPr lang="en-US" sz="4000" b="1" dirty="0">
              <a:latin typeface="Times New Roman" panose="02020603050405020304" pitchFamily="18" charset="0"/>
              <a:ea typeface="HP Simplified Jpan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518341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065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QuickDBD-export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819" y="720436"/>
            <a:ext cx="8977745" cy="6137564"/>
          </a:xfrm>
        </p:spPr>
      </p:pic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C63A72-8C14-4152-8430-02025F193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604"/>
            <a:ext cx="12192000" cy="48057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E-R diagram</a:t>
            </a:r>
          </a:p>
        </p:txBody>
      </p:sp>
      <p:pic>
        <p:nvPicPr>
          <p:cNvPr id="5" name="Picture 4" descr="Cafe diagr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567"/>
            <a:ext cx="12192000" cy="620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89620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0CF65DC-3545-4243-95CD-24A39DA1B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000" b="0" i="0" u="none" strike="noStrike" baseline="0" dirty="0" smtClean="0">
                <a:solidFill>
                  <a:srgbClr val="2C2C2C"/>
                </a:solidFill>
                <a:latin typeface="Times New Roman" panose="02020603050405020304" pitchFamily="18" charset="0"/>
              </a:rPr>
              <a:t>Our future</a:t>
            </a:r>
            <a:r>
              <a:rPr lang="en-GB" sz="2000" b="0" i="0" u="none" strike="noStrike" dirty="0" smtClean="0">
                <a:solidFill>
                  <a:srgbClr val="2C2C2C"/>
                </a:solidFill>
                <a:latin typeface="Times New Roman" panose="02020603050405020304" pitchFamily="18" charset="0"/>
              </a:rPr>
              <a:t> plan is to make it online project.</a:t>
            </a:r>
          </a:p>
          <a:p>
            <a:pPr algn="l"/>
            <a:r>
              <a:rPr lang="en-GB" sz="2000" b="0" i="0" u="none" strike="noStrike" dirty="0" smtClean="0">
                <a:solidFill>
                  <a:srgbClr val="2C2C2C"/>
                </a:solidFill>
                <a:latin typeface="Times New Roman" panose="02020603050405020304" pitchFamily="18" charset="0"/>
              </a:rPr>
              <a:t>We want customer can order food from house.</a:t>
            </a:r>
          </a:p>
          <a:p>
            <a:pPr algn="l"/>
            <a:r>
              <a:rPr lang="en-GB" sz="2000" baseline="0" dirty="0" smtClean="0">
                <a:solidFill>
                  <a:srgbClr val="2C2C2C"/>
                </a:solidFill>
                <a:latin typeface="Times New Roman" panose="02020603050405020304" pitchFamily="18" charset="0"/>
              </a:rPr>
              <a:t>We will</a:t>
            </a:r>
            <a:r>
              <a:rPr lang="en-GB" sz="2000" dirty="0" smtClean="0">
                <a:solidFill>
                  <a:srgbClr val="2C2C2C"/>
                </a:solidFill>
                <a:latin typeface="Times New Roman" panose="02020603050405020304" pitchFamily="18" charset="0"/>
              </a:rPr>
              <a:t> make this project more user friendly.</a:t>
            </a:r>
          </a:p>
          <a:p>
            <a:pPr algn="l"/>
            <a:r>
              <a:rPr lang="en-GB" sz="2000" b="0" i="0" u="none" strike="noStrike" baseline="0" dirty="0" smtClean="0">
                <a:solidFill>
                  <a:srgbClr val="2C2C2C"/>
                </a:solidFill>
                <a:latin typeface="Times New Roman" panose="02020603050405020304" pitchFamily="18" charset="0"/>
              </a:rPr>
              <a:t>We will insert more feature</a:t>
            </a:r>
            <a:r>
              <a:rPr lang="en-GB" sz="2000" b="0" i="0" u="none" strike="noStrike" dirty="0" smtClean="0">
                <a:solidFill>
                  <a:srgbClr val="2C2C2C"/>
                </a:solidFill>
                <a:latin typeface="Times New Roman" panose="02020603050405020304" pitchFamily="18" charset="0"/>
              </a:rPr>
              <a:t> and create more beautiful for customer.</a:t>
            </a:r>
            <a:endParaRPr lang="en-GB" sz="2000" b="0" i="0" u="none" strike="noStrike" baseline="0" dirty="0">
              <a:solidFill>
                <a:srgbClr val="2C2C2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E03A28-1AA9-45A6-B3C9-2C0A20EB5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Plan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5610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47799" y="2868547"/>
            <a:ext cx="8911687" cy="1280890"/>
          </a:xfrm>
        </p:spPr>
        <p:txBody>
          <a:bodyPr anchor="ctr"/>
          <a:lstStyle/>
          <a:p>
            <a:pPr algn="ctr"/>
            <a:r>
              <a:rPr lang="en-US" b="1" dirty="0"/>
              <a:t>THANK YOU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624</TotalTime>
  <Words>278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Brush Script MT</vt:lpstr>
      <vt:lpstr>Ebrima</vt:lpstr>
      <vt:lpstr>HP Simplified Jpan</vt:lpstr>
      <vt:lpstr>Lucida Sans Unicode</vt:lpstr>
      <vt:lpstr>Siyam Rupali</vt:lpstr>
      <vt:lpstr>Times New Roman</vt:lpstr>
      <vt:lpstr>Verdana</vt:lpstr>
      <vt:lpstr>Wingdings</vt:lpstr>
      <vt:lpstr>Wingdings 2</vt:lpstr>
      <vt:lpstr>Wingdings 3</vt:lpstr>
      <vt:lpstr>Concourse</vt:lpstr>
      <vt:lpstr>Café Management System</vt:lpstr>
      <vt:lpstr>PowerPoint Presentation</vt:lpstr>
      <vt:lpstr>Introduction</vt:lpstr>
      <vt:lpstr>Objective</vt:lpstr>
      <vt:lpstr>Features</vt:lpstr>
      <vt:lpstr>Schema</vt:lpstr>
      <vt:lpstr>E-R diagram</vt:lpstr>
      <vt:lpstr>Future Plan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MANAGEMENT SYSTEM</dc:title>
  <dc:creator>HP</dc:creator>
  <cp:lastModifiedBy>Microsoft account</cp:lastModifiedBy>
  <cp:revision>72</cp:revision>
  <dcterms:created xsi:type="dcterms:W3CDTF">2020-11-04T07:21:45Z</dcterms:created>
  <dcterms:modified xsi:type="dcterms:W3CDTF">2022-03-22T16:41:27Z</dcterms:modified>
</cp:coreProperties>
</file>